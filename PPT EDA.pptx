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Exploratory Data Analysis</a:t>
            </a:r>
          </a:p>
          <a:p>
            <a:r>
              <a:t>Real Estate Pricing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EDA_Real_Estate Notebook</a:t>
            </a:r>
          </a:p>
          <a:p>
            <a:r>
              <a:t>NextHikes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factors affecting house prices</a:t>
            </a:r>
          </a:p>
          <a:p>
            <a:r>
              <a:t>• Perform data cleaning and preprocessing</a:t>
            </a:r>
          </a:p>
          <a:p>
            <a:r>
              <a:t>• Engineer meaningful features</a:t>
            </a:r>
          </a:p>
          <a:p>
            <a:r>
              <a:t>• Analyze trends and correlations</a:t>
            </a:r>
          </a:p>
          <a:p>
            <a:r>
              <a:t>• Extract insights from visualizations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 estate housing dataset</a:t>
            </a:r>
          </a:p>
          <a:p>
            <a:r>
              <a:t>• Contains information like SalePrice, Living Area, Quality, Bedrooms, Year Built</a:t>
            </a:r>
          </a:p>
          <a:p>
            <a:r>
              <a:t>• Target variable: SalePrice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unnecessary index column</a:t>
            </a:r>
          </a:p>
          <a:p>
            <a:r>
              <a:t>• Filled missing GarageYrBlt with median</a:t>
            </a:r>
          </a:p>
          <a:p>
            <a:r>
              <a:t>• Dropped rows with missing Electrical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PricePerSqFt = SalePrice / Ground Living Area</a:t>
            </a:r>
          </a:p>
          <a:p>
            <a:r>
              <a:t>• HouseAge = Year Sold - Year Built</a:t>
            </a:r>
          </a:p>
          <a:p>
            <a:r>
              <a:t>• Converted YrSold to integer for trend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 Price distribution analyzed using histogram</a:t>
            </a:r>
          </a:p>
          <a:p>
            <a:r>
              <a:t>• Observed right-skewed distribution</a:t>
            </a:r>
          </a:p>
          <a:p>
            <a:r>
              <a:t>• Majority houses fall in mid-price range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Correlation matrix computed</a:t>
            </a:r>
          </a:p>
          <a:p>
            <a:r>
              <a:t>• Top features correlated with SalePrice identified</a:t>
            </a:r>
          </a:p>
          <a:p>
            <a:r>
              <a:t>• OverallQual and GrLivArea show strong correlation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SalePrice increases with Living Area</a:t>
            </a:r>
          </a:p>
          <a:p>
            <a:r>
              <a:t>• Higher Overall Quality leads to higher prices</a:t>
            </a:r>
          </a:p>
          <a:p>
            <a:r>
              <a:t>• Bedroom count shows price variation but with outliers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Over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Average house price calculated per year</a:t>
            </a:r>
          </a:p>
          <a:p>
            <a:r>
              <a:t>• Line plot used to observe trend</a:t>
            </a:r>
          </a:p>
          <a:p>
            <a:r>
              <a:t>• Prices show variation across years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House price strongly depends on quality and size</a:t>
            </a:r>
          </a:p>
          <a:p>
            <a:r>
              <a:t>• Feature engineering improves analysis depth</a:t>
            </a:r>
          </a:p>
          <a:p>
            <a:r>
              <a:t>• EDA helps in better model building later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